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sldIdLst>
    <p:sldId id="257" r:id="rId5"/>
  </p:sldIdLst>
  <p:sldSz cx="15119350" cy="21383625"/>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196C9"/>
    <a:srgbClr val="59C2E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A410D52-0960-34E3-AD4A-D9225C0CA606}" v="1086" dt="2026-01-12T13:09:18.425"/>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897"/>
    <p:restoredTop sz="94694"/>
  </p:normalViewPr>
  <p:slideViewPr>
    <p:cSldViewPr snapToGrid="0">
      <p:cViewPr>
        <p:scale>
          <a:sx n="40" d="100"/>
          <a:sy n="40" d="100"/>
        </p:scale>
        <p:origin x="2520" y="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customXml" Target="../customXml/item3.xml"/><Relationship Id="rId7" Type="http://schemas.openxmlformats.org/officeDocument/2006/relationships/viewProps" Target="view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presProps" Target="presProps.xml"/><Relationship Id="rId5" Type="http://schemas.openxmlformats.org/officeDocument/2006/relationships/slide" Target="slides/slide1.xml"/><Relationship Id="rId10"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1133951" y="3499590"/>
            <a:ext cx="12851448" cy="7444669"/>
          </a:xfrm>
        </p:spPr>
        <p:txBody>
          <a:bodyPr anchor="b"/>
          <a:lstStyle>
            <a:lvl1pPr algn="ctr">
              <a:defRPr sz="9921"/>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889919" y="11231355"/>
            <a:ext cx="11339513" cy="5162758"/>
          </a:xfrm>
        </p:spPr>
        <p:txBody>
          <a:bodyPr/>
          <a:lstStyle>
            <a:lvl1pPr marL="0" indent="0" algn="ctr">
              <a:buNone/>
              <a:defRPr sz="3968"/>
            </a:lvl1pPr>
            <a:lvl2pPr marL="755980" indent="0" algn="ctr">
              <a:buNone/>
              <a:defRPr sz="3307"/>
            </a:lvl2pPr>
            <a:lvl3pPr marL="1511960" indent="0" algn="ctr">
              <a:buNone/>
              <a:defRPr sz="2976"/>
            </a:lvl3pPr>
            <a:lvl4pPr marL="2267941" indent="0" algn="ctr">
              <a:buNone/>
              <a:defRPr sz="2646"/>
            </a:lvl4pPr>
            <a:lvl5pPr marL="3023921" indent="0" algn="ctr">
              <a:buNone/>
              <a:defRPr sz="2646"/>
            </a:lvl5pPr>
            <a:lvl6pPr marL="3779901" indent="0" algn="ctr">
              <a:buNone/>
              <a:defRPr sz="2646"/>
            </a:lvl6pPr>
            <a:lvl7pPr marL="4535881" indent="0" algn="ctr">
              <a:buNone/>
              <a:defRPr sz="2646"/>
            </a:lvl7pPr>
            <a:lvl8pPr marL="5291861" indent="0" algn="ctr">
              <a:buNone/>
              <a:defRPr sz="2646"/>
            </a:lvl8pPr>
            <a:lvl9pPr marL="6047842" indent="0" algn="ctr">
              <a:buNone/>
              <a:defRPr sz="2646"/>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4978457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914890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031582" y="5331063"/>
            <a:ext cx="13040439" cy="8894992"/>
          </a:xfrm>
        </p:spPr>
        <p:txBody>
          <a:bodyPr anchor="b"/>
          <a:lstStyle>
            <a:lvl1pPr>
              <a:defRPr sz="9921"/>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1582" y="14310205"/>
            <a:ext cx="13040439" cy="4677666"/>
          </a:xfrm>
        </p:spPr>
        <p:txBody>
          <a:bodyPr/>
          <a:lstStyle>
            <a:lvl1pPr marL="0" indent="0">
              <a:buNone/>
              <a:defRPr sz="3968">
                <a:solidFill>
                  <a:schemeClr val="tx1">
                    <a:tint val="82000"/>
                  </a:schemeClr>
                </a:solidFill>
              </a:defRPr>
            </a:lvl1pPr>
            <a:lvl2pPr marL="755980" indent="0">
              <a:buNone/>
              <a:defRPr sz="3307">
                <a:solidFill>
                  <a:schemeClr val="tx1">
                    <a:tint val="82000"/>
                  </a:schemeClr>
                </a:solidFill>
              </a:defRPr>
            </a:lvl2pPr>
            <a:lvl3pPr marL="1511960" indent="0">
              <a:buNone/>
              <a:defRPr sz="2976">
                <a:solidFill>
                  <a:schemeClr val="tx1">
                    <a:tint val="82000"/>
                  </a:schemeClr>
                </a:solidFill>
              </a:defRPr>
            </a:lvl3pPr>
            <a:lvl4pPr marL="2267941" indent="0">
              <a:buNone/>
              <a:defRPr sz="2646">
                <a:solidFill>
                  <a:schemeClr val="tx1">
                    <a:tint val="82000"/>
                  </a:schemeClr>
                </a:solidFill>
              </a:defRPr>
            </a:lvl4pPr>
            <a:lvl5pPr marL="3023921" indent="0">
              <a:buNone/>
              <a:defRPr sz="2646">
                <a:solidFill>
                  <a:schemeClr val="tx1">
                    <a:tint val="82000"/>
                  </a:schemeClr>
                </a:solidFill>
              </a:defRPr>
            </a:lvl5pPr>
            <a:lvl6pPr marL="3779901" indent="0">
              <a:buNone/>
              <a:defRPr sz="2646">
                <a:solidFill>
                  <a:schemeClr val="tx1">
                    <a:tint val="82000"/>
                  </a:schemeClr>
                </a:solidFill>
              </a:defRPr>
            </a:lvl6pPr>
            <a:lvl7pPr marL="4535881" indent="0">
              <a:buNone/>
              <a:defRPr sz="2646">
                <a:solidFill>
                  <a:schemeClr val="tx1">
                    <a:tint val="82000"/>
                  </a:schemeClr>
                </a:solidFill>
              </a:defRPr>
            </a:lvl7pPr>
            <a:lvl8pPr marL="5291861" indent="0">
              <a:buNone/>
              <a:defRPr sz="2646">
                <a:solidFill>
                  <a:schemeClr val="tx1">
                    <a:tint val="82000"/>
                  </a:schemeClr>
                </a:solidFill>
              </a:defRPr>
            </a:lvl8pPr>
            <a:lvl9pPr marL="6047842" indent="0">
              <a:buNone/>
              <a:defRPr sz="2646">
                <a:solidFill>
                  <a:schemeClr val="tx1">
                    <a:tint val="82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988516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039455"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7654171" y="5692400"/>
            <a:ext cx="6425724" cy="13567714"/>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9217054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041425" y="1138485"/>
            <a:ext cx="13040439" cy="4133179"/>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41426" y="5241960"/>
            <a:ext cx="63961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4" name="Content Placeholder 3"/>
          <p:cNvSpPr>
            <a:spLocks noGrp="1"/>
          </p:cNvSpPr>
          <p:nvPr>
            <p:ph sz="half" idx="2"/>
          </p:nvPr>
        </p:nvSpPr>
        <p:spPr>
          <a:xfrm>
            <a:off x="1041426" y="7810963"/>
            <a:ext cx="63961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7654172" y="5241960"/>
            <a:ext cx="6427693" cy="2569003"/>
          </a:xfrm>
        </p:spPr>
        <p:txBody>
          <a:bodyPr anchor="b"/>
          <a:lstStyle>
            <a:lvl1pPr marL="0" indent="0">
              <a:buNone/>
              <a:defRPr sz="3968" b="1"/>
            </a:lvl1pPr>
            <a:lvl2pPr marL="755980" indent="0">
              <a:buNone/>
              <a:defRPr sz="3307" b="1"/>
            </a:lvl2pPr>
            <a:lvl3pPr marL="1511960" indent="0">
              <a:buNone/>
              <a:defRPr sz="2976" b="1"/>
            </a:lvl3pPr>
            <a:lvl4pPr marL="2267941" indent="0">
              <a:buNone/>
              <a:defRPr sz="2646" b="1"/>
            </a:lvl4pPr>
            <a:lvl5pPr marL="3023921" indent="0">
              <a:buNone/>
              <a:defRPr sz="2646" b="1"/>
            </a:lvl5pPr>
            <a:lvl6pPr marL="3779901" indent="0">
              <a:buNone/>
              <a:defRPr sz="2646" b="1"/>
            </a:lvl6pPr>
            <a:lvl7pPr marL="4535881" indent="0">
              <a:buNone/>
              <a:defRPr sz="2646" b="1"/>
            </a:lvl7pPr>
            <a:lvl8pPr marL="5291861" indent="0">
              <a:buNone/>
              <a:defRPr sz="2646" b="1"/>
            </a:lvl8pPr>
            <a:lvl9pPr marL="6047842" indent="0">
              <a:buNone/>
              <a:defRPr sz="2646" b="1"/>
            </a:lvl9pPr>
          </a:lstStyle>
          <a:p>
            <a:pPr lvl="0"/>
            <a:r>
              <a:rPr lang="es-ES"/>
              <a:t>Haga clic para modificar los estilos de texto del patrón</a:t>
            </a:r>
          </a:p>
        </p:txBody>
      </p:sp>
      <p:sp>
        <p:nvSpPr>
          <p:cNvPr id="6" name="Content Placeholder 5"/>
          <p:cNvSpPr>
            <a:spLocks noGrp="1"/>
          </p:cNvSpPr>
          <p:nvPr>
            <p:ph sz="quarter" idx="4"/>
          </p:nvPr>
        </p:nvSpPr>
        <p:spPr>
          <a:xfrm>
            <a:off x="7654172" y="7810963"/>
            <a:ext cx="6427693" cy="1148875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8" name="Footer Placeholder 7"/>
          <p:cNvSpPr>
            <a:spLocks noGrp="1"/>
          </p:cNvSpPr>
          <p:nvPr>
            <p:ph type="ftr" sz="quarter" idx="11"/>
          </p:nvPr>
        </p:nvSpPr>
        <p:spPr/>
        <p:txBody>
          <a:bodyPr/>
          <a:lstStyle/>
          <a:p>
            <a:endParaRPr lang="es-ES_tradnl"/>
          </a:p>
        </p:txBody>
      </p:sp>
      <p:sp>
        <p:nvSpPr>
          <p:cNvPr id="9" name="Slide Number Placeholder 8"/>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163202379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4" name="Footer Placeholder 3"/>
          <p:cNvSpPr>
            <a:spLocks noGrp="1"/>
          </p:cNvSpPr>
          <p:nvPr>
            <p:ph type="ftr" sz="quarter" idx="11"/>
          </p:nvPr>
        </p:nvSpPr>
        <p:spPr/>
        <p:txBody>
          <a:bodyPr/>
          <a:lstStyle/>
          <a:p>
            <a:endParaRPr lang="es-ES_tradnl"/>
          </a:p>
        </p:txBody>
      </p:sp>
      <p:sp>
        <p:nvSpPr>
          <p:cNvPr id="5" name="Slide Number Placeholder 4"/>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8927961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3" name="Footer Placeholder 2"/>
          <p:cNvSpPr>
            <a:spLocks noGrp="1"/>
          </p:cNvSpPr>
          <p:nvPr>
            <p:ph type="ftr" sz="quarter" idx="11"/>
          </p:nvPr>
        </p:nvSpPr>
        <p:spPr/>
        <p:txBody>
          <a:bodyPr/>
          <a:lstStyle/>
          <a:p>
            <a:endParaRPr lang="es-ES_tradnl"/>
          </a:p>
        </p:txBody>
      </p:sp>
      <p:sp>
        <p:nvSpPr>
          <p:cNvPr id="4" name="Slide Number Placeholder 3"/>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5425610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Content Placeholder 2"/>
          <p:cNvSpPr>
            <a:spLocks noGrp="1"/>
          </p:cNvSpPr>
          <p:nvPr>
            <p:ph idx="1"/>
          </p:nvPr>
        </p:nvSpPr>
        <p:spPr>
          <a:xfrm>
            <a:off x="6427693" y="3078850"/>
            <a:ext cx="7654171" cy="15196234"/>
          </a:xfrm>
        </p:spPr>
        <p:txBody>
          <a:bodyPr/>
          <a:lstStyle>
            <a:lvl1pPr>
              <a:defRPr sz="5291"/>
            </a:lvl1pPr>
            <a:lvl2pPr>
              <a:defRPr sz="4630"/>
            </a:lvl2pPr>
            <a:lvl3pPr>
              <a:defRPr sz="3968"/>
            </a:lvl3pPr>
            <a:lvl4pPr>
              <a:defRPr sz="3307"/>
            </a:lvl4pPr>
            <a:lvl5pPr>
              <a:defRPr sz="3307"/>
            </a:lvl5pPr>
            <a:lvl6pPr>
              <a:defRPr sz="3307"/>
            </a:lvl6pPr>
            <a:lvl7pPr>
              <a:defRPr sz="3307"/>
            </a:lvl7pPr>
            <a:lvl8pPr>
              <a:defRPr sz="3307"/>
            </a:lvl8pPr>
            <a:lvl9pPr>
              <a:defRPr sz="3307"/>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0484801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041425" y="1425575"/>
            <a:ext cx="4876384" cy="4989513"/>
          </a:xfrm>
        </p:spPr>
        <p:txBody>
          <a:bodyPr anchor="b"/>
          <a:lstStyle>
            <a:lvl1pPr>
              <a:defRPr sz="5291"/>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6427693" y="3078850"/>
            <a:ext cx="7654171" cy="15196234"/>
          </a:xfrm>
        </p:spPr>
        <p:txBody>
          <a:bodyPr anchor="t"/>
          <a:lstStyle>
            <a:lvl1pPr marL="0" indent="0">
              <a:buNone/>
              <a:defRPr sz="5291"/>
            </a:lvl1pPr>
            <a:lvl2pPr marL="755980" indent="0">
              <a:buNone/>
              <a:defRPr sz="4630"/>
            </a:lvl2pPr>
            <a:lvl3pPr marL="1511960" indent="0">
              <a:buNone/>
              <a:defRPr sz="3968"/>
            </a:lvl3pPr>
            <a:lvl4pPr marL="2267941" indent="0">
              <a:buNone/>
              <a:defRPr sz="3307"/>
            </a:lvl4pPr>
            <a:lvl5pPr marL="3023921" indent="0">
              <a:buNone/>
              <a:defRPr sz="3307"/>
            </a:lvl5pPr>
            <a:lvl6pPr marL="3779901" indent="0">
              <a:buNone/>
              <a:defRPr sz="3307"/>
            </a:lvl6pPr>
            <a:lvl7pPr marL="4535881" indent="0">
              <a:buNone/>
              <a:defRPr sz="3307"/>
            </a:lvl7pPr>
            <a:lvl8pPr marL="5291861" indent="0">
              <a:buNone/>
              <a:defRPr sz="3307"/>
            </a:lvl8pPr>
            <a:lvl9pPr marL="6047842" indent="0">
              <a:buNone/>
              <a:defRPr sz="3307"/>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041425" y="6415088"/>
            <a:ext cx="4876384" cy="11884743"/>
          </a:xfrm>
        </p:spPr>
        <p:txBody>
          <a:bodyPr/>
          <a:lstStyle>
            <a:lvl1pPr marL="0" indent="0">
              <a:buNone/>
              <a:defRPr sz="2646"/>
            </a:lvl1pPr>
            <a:lvl2pPr marL="755980" indent="0">
              <a:buNone/>
              <a:defRPr sz="2315"/>
            </a:lvl2pPr>
            <a:lvl3pPr marL="1511960" indent="0">
              <a:buNone/>
              <a:defRPr sz="1984"/>
            </a:lvl3pPr>
            <a:lvl4pPr marL="2267941" indent="0">
              <a:buNone/>
              <a:defRPr sz="1654"/>
            </a:lvl4pPr>
            <a:lvl5pPr marL="3023921" indent="0">
              <a:buNone/>
              <a:defRPr sz="1654"/>
            </a:lvl5pPr>
            <a:lvl6pPr marL="3779901" indent="0">
              <a:buNone/>
              <a:defRPr sz="1654"/>
            </a:lvl6pPr>
            <a:lvl7pPr marL="4535881" indent="0">
              <a:buNone/>
              <a:defRPr sz="1654"/>
            </a:lvl7pPr>
            <a:lvl8pPr marL="5291861" indent="0">
              <a:buNone/>
              <a:defRPr sz="1654"/>
            </a:lvl8pPr>
            <a:lvl9pPr marL="6047842" indent="0">
              <a:buNone/>
              <a:defRPr sz="1654"/>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6" name="Footer Placeholder 5"/>
          <p:cNvSpPr>
            <a:spLocks noGrp="1"/>
          </p:cNvSpPr>
          <p:nvPr>
            <p:ph type="ftr" sz="quarter" idx="11"/>
          </p:nvPr>
        </p:nvSpPr>
        <p:spPr/>
        <p:txBody>
          <a:bodyPr/>
          <a:lstStyle/>
          <a:p>
            <a:endParaRPr lang="es-ES_tradnl"/>
          </a:p>
        </p:txBody>
      </p:sp>
      <p:sp>
        <p:nvSpPr>
          <p:cNvPr id="7" name="Slide Number Placeholder 6"/>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37775658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361294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0819786" y="1138480"/>
            <a:ext cx="3260110" cy="18121634"/>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039456" y="1138480"/>
            <a:ext cx="9591338" cy="18121634"/>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11"/>
          </p:nvPr>
        </p:nvSpPr>
        <p:spPr/>
        <p:txBody>
          <a:bodyPr/>
          <a:lstStyle/>
          <a:p>
            <a:endParaRPr lang="es-ES_tradnl"/>
          </a:p>
        </p:txBody>
      </p:sp>
      <p:sp>
        <p:nvSpPr>
          <p:cNvPr id="6" name="Slide Number Placeholder 5"/>
          <p:cNvSpPr>
            <a:spLocks noGrp="1"/>
          </p:cNvSpPr>
          <p:nvPr>
            <p:ph type="sldNum" sz="quarter" idx="12"/>
          </p:nvPr>
        </p:nvSpPr>
        <p:spPr/>
        <p:txBody>
          <a:body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3072495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39456" y="1138485"/>
            <a:ext cx="13040439" cy="4133179"/>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039456" y="5692400"/>
            <a:ext cx="13040439" cy="13567714"/>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039455" y="19819457"/>
            <a:ext cx="3401854" cy="1138480"/>
          </a:xfrm>
          <a:prstGeom prst="rect">
            <a:avLst/>
          </a:prstGeom>
        </p:spPr>
        <p:txBody>
          <a:bodyPr vert="horz" lIns="91440" tIns="45720" rIns="91440" bIns="45720" rtlCol="0" anchor="ctr"/>
          <a:lstStyle>
            <a:lvl1pPr algn="l">
              <a:defRPr sz="1984">
                <a:solidFill>
                  <a:schemeClr val="tx1">
                    <a:tint val="82000"/>
                  </a:schemeClr>
                </a:solidFill>
              </a:defRPr>
            </a:lvl1pPr>
          </a:lstStyle>
          <a:p>
            <a:fld id="{A8DA1BBD-1589-104E-89D9-FD291A5EDB06}" type="datetimeFigureOut">
              <a:rPr lang="es-ES_tradnl" smtClean="0"/>
              <a:t>19/01/2026</a:t>
            </a:fld>
            <a:endParaRPr lang="es-ES_tradnl"/>
          </a:p>
        </p:txBody>
      </p:sp>
      <p:sp>
        <p:nvSpPr>
          <p:cNvPr id="5" name="Footer Placeholder 4"/>
          <p:cNvSpPr>
            <a:spLocks noGrp="1"/>
          </p:cNvSpPr>
          <p:nvPr>
            <p:ph type="ftr" sz="quarter" idx="3"/>
          </p:nvPr>
        </p:nvSpPr>
        <p:spPr>
          <a:xfrm>
            <a:off x="5008285" y="19819457"/>
            <a:ext cx="5102781" cy="1138480"/>
          </a:xfrm>
          <a:prstGeom prst="rect">
            <a:avLst/>
          </a:prstGeom>
        </p:spPr>
        <p:txBody>
          <a:bodyPr vert="horz" lIns="91440" tIns="45720" rIns="91440" bIns="45720" rtlCol="0" anchor="ctr"/>
          <a:lstStyle>
            <a:lvl1pPr algn="ctr">
              <a:defRPr sz="1984">
                <a:solidFill>
                  <a:schemeClr val="tx1">
                    <a:tint val="82000"/>
                  </a:schemeClr>
                </a:solidFill>
              </a:defRPr>
            </a:lvl1pPr>
          </a:lstStyle>
          <a:p>
            <a:endParaRPr lang="es-ES_tradnl"/>
          </a:p>
        </p:txBody>
      </p:sp>
      <p:sp>
        <p:nvSpPr>
          <p:cNvPr id="6" name="Slide Number Placeholder 5"/>
          <p:cNvSpPr>
            <a:spLocks noGrp="1"/>
          </p:cNvSpPr>
          <p:nvPr>
            <p:ph type="sldNum" sz="quarter" idx="4"/>
          </p:nvPr>
        </p:nvSpPr>
        <p:spPr>
          <a:xfrm>
            <a:off x="10678041" y="19819457"/>
            <a:ext cx="3401854" cy="1138480"/>
          </a:xfrm>
          <a:prstGeom prst="rect">
            <a:avLst/>
          </a:prstGeom>
        </p:spPr>
        <p:txBody>
          <a:bodyPr vert="horz" lIns="91440" tIns="45720" rIns="91440" bIns="45720" rtlCol="0" anchor="ctr"/>
          <a:lstStyle>
            <a:lvl1pPr algn="r">
              <a:defRPr sz="1984">
                <a:solidFill>
                  <a:schemeClr val="tx1">
                    <a:tint val="82000"/>
                  </a:schemeClr>
                </a:solidFill>
              </a:defRPr>
            </a:lvl1pPr>
          </a:lstStyle>
          <a:p>
            <a:fld id="{A52F3024-9AEF-C645-BE7A-258C41DDD14E}" type="slidenum">
              <a:rPr lang="es-ES_tradnl" smtClean="0"/>
              <a:t>‹Nº›</a:t>
            </a:fld>
            <a:endParaRPr lang="es-ES_tradnl"/>
          </a:p>
        </p:txBody>
      </p:sp>
    </p:spTree>
    <p:extLst>
      <p:ext uri="{BB962C8B-B14F-4D97-AF65-F5344CB8AC3E}">
        <p14:creationId xmlns:p14="http://schemas.microsoft.com/office/powerpoint/2010/main" val="283253516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1511960" rtl="0" eaLnBrk="1" latinLnBrk="0" hangingPunct="1">
        <a:lnSpc>
          <a:spcPct val="90000"/>
        </a:lnSpc>
        <a:spcBef>
          <a:spcPct val="0"/>
        </a:spcBef>
        <a:buNone/>
        <a:defRPr sz="7275" kern="1200">
          <a:solidFill>
            <a:schemeClr val="tx1"/>
          </a:solidFill>
          <a:latin typeface="+mj-lt"/>
          <a:ea typeface="+mj-ea"/>
          <a:cs typeface="+mj-cs"/>
        </a:defRPr>
      </a:lvl1pPr>
    </p:titleStyle>
    <p:bodyStyle>
      <a:lvl1pPr marL="377990" indent="-377990" algn="l" defTabSz="1511960" rtl="0" eaLnBrk="1" latinLnBrk="0" hangingPunct="1">
        <a:lnSpc>
          <a:spcPct val="90000"/>
        </a:lnSpc>
        <a:spcBef>
          <a:spcPts val="1654"/>
        </a:spcBef>
        <a:buFont typeface="Arial" panose="020B0604020202020204" pitchFamily="34" charset="0"/>
        <a:buChar char="•"/>
        <a:defRPr sz="4630" kern="1200">
          <a:solidFill>
            <a:schemeClr val="tx1"/>
          </a:solidFill>
          <a:latin typeface="+mn-lt"/>
          <a:ea typeface="+mn-ea"/>
          <a:cs typeface="+mn-cs"/>
        </a:defRPr>
      </a:lvl1pPr>
      <a:lvl2pPr marL="1133970" indent="-377990" algn="l" defTabSz="1511960" rtl="0" eaLnBrk="1" latinLnBrk="0" hangingPunct="1">
        <a:lnSpc>
          <a:spcPct val="90000"/>
        </a:lnSpc>
        <a:spcBef>
          <a:spcPts val="827"/>
        </a:spcBef>
        <a:buFont typeface="Arial" panose="020B0604020202020204" pitchFamily="34" charset="0"/>
        <a:buChar char="•"/>
        <a:defRPr sz="3968" kern="1200">
          <a:solidFill>
            <a:schemeClr val="tx1"/>
          </a:solidFill>
          <a:latin typeface="+mn-lt"/>
          <a:ea typeface="+mn-ea"/>
          <a:cs typeface="+mn-cs"/>
        </a:defRPr>
      </a:lvl2pPr>
      <a:lvl3pPr marL="1889951" indent="-377990" algn="l" defTabSz="1511960" rtl="0" eaLnBrk="1" latinLnBrk="0" hangingPunct="1">
        <a:lnSpc>
          <a:spcPct val="90000"/>
        </a:lnSpc>
        <a:spcBef>
          <a:spcPts val="827"/>
        </a:spcBef>
        <a:buFont typeface="Arial" panose="020B0604020202020204" pitchFamily="34" charset="0"/>
        <a:buChar char="•"/>
        <a:defRPr sz="3307" kern="1200">
          <a:solidFill>
            <a:schemeClr val="tx1"/>
          </a:solidFill>
          <a:latin typeface="+mn-lt"/>
          <a:ea typeface="+mn-ea"/>
          <a:cs typeface="+mn-cs"/>
        </a:defRPr>
      </a:lvl3pPr>
      <a:lvl4pPr marL="264593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4pPr>
      <a:lvl5pPr marL="340191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5pPr>
      <a:lvl6pPr marL="415789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6pPr>
      <a:lvl7pPr marL="4913871"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7pPr>
      <a:lvl8pPr marL="566985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8pPr>
      <a:lvl9pPr marL="6425832" indent="-377990" algn="l" defTabSz="1511960" rtl="0" eaLnBrk="1" latinLnBrk="0" hangingPunct="1">
        <a:lnSpc>
          <a:spcPct val="90000"/>
        </a:lnSpc>
        <a:spcBef>
          <a:spcPts val="827"/>
        </a:spcBef>
        <a:buFont typeface="Arial" panose="020B0604020202020204" pitchFamily="34" charset="0"/>
        <a:buChar char="•"/>
        <a:defRPr sz="2976" kern="1200">
          <a:solidFill>
            <a:schemeClr val="tx1"/>
          </a:solidFill>
          <a:latin typeface="+mn-lt"/>
          <a:ea typeface="+mn-ea"/>
          <a:cs typeface="+mn-cs"/>
        </a:defRPr>
      </a:lvl9pPr>
    </p:bodyStyle>
    <p:otherStyle>
      <a:defPPr>
        <a:defRPr lang="en-US"/>
      </a:defPPr>
      <a:lvl1pPr marL="0" algn="l" defTabSz="1511960" rtl="0" eaLnBrk="1" latinLnBrk="0" hangingPunct="1">
        <a:defRPr sz="2976" kern="1200">
          <a:solidFill>
            <a:schemeClr val="tx1"/>
          </a:solidFill>
          <a:latin typeface="+mn-lt"/>
          <a:ea typeface="+mn-ea"/>
          <a:cs typeface="+mn-cs"/>
        </a:defRPr>
      </a:lvl1pPr>
      <a:lvl2pPr marL="755980" algn="l" defTabSz="1511960" rtl="0" eaLnBrk="1" latinLnBrk="0" hangingPunct="1">
        <a:defRPr sz="2976" kern="1200">
          <a:solidFill>
            <a:schemeClr val="tx1"/>
          </a:solidFill>
          <a:latin typeface="+mn-lt"/>
          <a:ea typeface="+mn-ea"/>
          <a:cs typeface="+mn-cs"/>
        </a:defRPr>
      </a:lvl2pPr>
      <a:lvl3pPr marL="1511960" algn="l" defTabSz="1511960" rtl="0" eaLnBrk="1" latinLnBrk="0" hangingPunct="1">
        <a:defRPr sz="2976" kern="1200">
          <a:solidFill>
            <a:schemeClr val="tx1"/>
          </a:solidFill>
          <a:latin typeface="+mn-lt"/>
          <a:ea typeface="+mn-ea"/>
          <a:cs typeface="+mn-cs"/>
        </a:defRPr>
      </a:lvl3pPr>
      <a:lvl4pPr marL="2267941" algn="l" defTabSz="1511960" rtl="0" eaLnBrk="1" latinLnBrk="0" hangingPunct="1">
        <a:defRPr sz="2976" kern="1200">
          <a:solidFill>
            <a:schemeClr val="tx1"/>
          </a:solidFill>
          <a:latin typeface="+mn-lt"/>
          <a:ea typeface="+mn-ea"/>
          <a:cs typeface="+mn-cs"/>
        </a:defRPr>
      </a:lvl4pPr>
      <a:lvl5pPr marL="3023921" algn="l" defTabSz="1511960" rtl="0" eaLnBrk="1" latinLnBrk="0" hangingPunct="1">
        <a:defRPr sz="2976" kern="1200">
          <a:solidFill>
            <a:schemeClr val="tx1"/>
          </a:solidFill>
          <a:latin typeface="+mn-lt"/>
          <a:ea typeface="+mn-ea"/>
          <a:cs typeface="+mn-cs"/>
        </a:defRPr>
      </a:lvl5pPr>
      <a:lvl6pPr marL="3779901" algn="l" defTabSz="1511960" rtl="0" eaLnBrk="1" latinLnBrk="0" hangingPunct="1">
        <a:defRPr sz="2976" kern="1200">
          <a:solidFill>
            <a:schemeClr val="tx1"/>
          </a:solidFill>
          <a:latin typeface="+mn-lt"/>
          <a:ea typeface="+mn-ea"/>
          <a:cs typeface="+mn-cs"/>
        </a:defRPr>
      </a:lvl6pPr>
      <a:lvl7pPr marL="4535881" algn="l" defTabSz="1511960" rtl="0" eaLnBrk="1" latinLnBrk="0" hangingPunct="1">
        <a:defRPr sz="2976" kern="1200">
          <a:solidFill>
            <a:schemeClr val="tx1"/>
          </a:solidFill>
          <a:latin typeface="+mn-lt"/>
          <a:ea typeface="+mn-ea"/>
          <a:cs typeface="+mn-cs"/>
        </a:defRPr>
      </a:lvl7pPr>
      <a:lvl8pPr marL="5291861" algn="l" defTabSz="1511960" rtl="0" eaLnBrk="1" latinLnBrk="0" hangingPunct="1">
        <a:defRPr sz="2976" kern="1200">
          <a:solidFill>
            <a:schemeClr val="tx1"/>
          </a:solidFill>
          <a:latin typeface="+mn-lt"/>
          <a:ea typeface="+mn-ea"/>
          <a:cs typeface="+mn-cs"/>
        </a:defRPr>
      </a:lvl8pPr>
      <a:lvl9pPr marL="6047842" algn="l" defTabSz="1511960" rtl="0" eaLnBrk="1" latinLnBrk="0" hangingPunct="1">
        <a:defRPr sz="2976"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14000">
              <a:schemeClr val="bg1"/>
            </a:gs>
            <a:gs pos="99000">
              <a:srgbClr val="59C2E3">
                <a:alpha val="25000"/>
              </a:srgbClr>
            </a:gs>
          </a:gsLst>
          <a:lin ang="2700000" scaled="1"/>
          <a:tileRect/>
        </a:gradFill>
        <a:effectLst/>
      </p:bgPr>
    </p:bg>
    <p:spTree>
      <p:nvGrpSpPr>
        <p:cNvPr id="1" name="">
          <a:extLst>
            <a:ext uri="{FF2B5EF4-FFF2-40B4-BE49-F238E27FC236}">
              <a16:creationId xmlns:a16="http://schemas.microsoft.com/office/drawing/2014/main" id="{01741A3D-E56A-6A90-DD91-76A3ADF8E205}"/>
            </a:ext>
          </a:extLst>
        </p:cNvPr>
        <p:cNvGrpSpPr/>
        <p:nvPr/>
      </p:nvGrpSpPr>
      <p:grpSpPr>
        <a:xfrm>
          <a:off x="0" y="0"/>
          <a:ext cx="0" cy="0"/>
          <a:chOff x="0" y="0"/>
          <a:chExt cx="0" cy="0"/>
        </a:xfrm>
      </p:grpSpPr>
      <p:grpSp>
        <p:nvGrpSpPr>
          <p:cNvPr id="9" name="Grupo 8">
            <a:extLst>
              <a:ext uri="{FF2B5EF4-FFF2-40B4-BE49-F238E27FC236}">
                <a16:creationId xmlns:a16="http://schemas.microsoft.com/office/drawing/2014/main" id="{5C953506-346C-A8BF-67B5-F34567C6BC6E}"/>
              </a:ext>
            </a:extLst>
          </p:cNvPr>
          <p:cNvGrpSpPr/>
          <p:nvPr/>
        </p:nvGrpSpPr>
        <p:grpSpPr>
          <a:xfrm>
            <a:off x="207596" y="7403672"/>
            <a:ext cx="14668990" cy="9665128"/>
            <a:chOff x="225180" y="8290675"/>
            <a:chExt cx="14668990" cy="9665128"/>
          </a:xfrm>
        </p:grpSpPr>
        <p:sp>
          <p:nvSpPr>
            <p:cNvPr id="16" name="Rectángulo redondeado 15">
              <a:extLst>
                <a:ext uri="{FF2B5EF4-FFF2-40B4-BE49-F238E27FC236}">
                  <a16:creationId xmlns:a16="http://schemas.microsoft.com/office/drawing/2014/main" id="{C870726C-A1BB-2615-E2FF-5658152644CA}"/>
                </a:ext>
              </a:extLst>
            </p:cNvPr>
            <p:cNvSpPr/>
            <p:nvPr/>
          </p:nvSpPr>
          <p:spPr>
            <a:xfrm>
              <a:off x="225180" y="8607197"/>
              <a:ext cx="14668990" cy="9348606"/>
            </a:xfrm>
            <a:prstGeom prst="roundRect">
              <a:avLst>
                <a:gd name="adj" fmla="val 1988"/>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7" name="Rectángulo redondeado 16">
              <a:extLst>
                <a:ext uri="{FF2B5EF4-FFF2-40B4-BE49-F238E27FC236}">
                  <a16:creationId xmlns:a16="http://schemas.microsoft.com/office/drawing/2014/main" id="{43F36DFC-F638-779B-0878-B5E8AD53AD3E}"/>
                </a:ext>
              </a:extLst>
            </p:cNvPr>
            <p:cNvSpPr/>
            <p:nvPr/>
          </p:nvSpPr>
          <p:spPr>
            <a:xfrm>
              <a:off x="518258" y="8290675"/>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RESULTADOS</a:t>
              </a:r>
            </a:p>
          </p:txBody>
        </p:sp>
      </p:grpSp>
      <p:grpSp>
        <p:nvGrpSpPr>
          <p:cNvPr id="4" name="Grupo 3">
            <a:extLst>
              <a:ext uri="{FF2B5EF4-FFF2-40B4-BE49-F238E27FC236}">
                <a16:creationId xmlns:a16="http://schemas.microsoft.com/office/drawing/2014/main" id="{5FCC48C4-680E-DC53-FF73-95EB091356FB}"/>
              </a:ext>
            </a:extLst>
          </p:cNvPr>
          <p:cNvGrpSpPr/>
          <p:nvPr/>
        </p:nvGrpSpPr>
        <p:grpSpPr>
          <a:xfrm>
            <a:off x="225180" y="3484254"/>
            <a:ext cx="14668990" cy="1710746"/>
            <a:chOff x="225180" y="3930299"/>
            <a:chExt cx="14668990" cy="1710746"/>
          </a:xfrm>
        </p:grpSpPr>
        <p:sp>
          <p:nvSpPr>
            <p:cNvPr id="8" name="Rectángulo redondeado 7">
              <a:extLst>
                <a:ext uri="{FF2B5EF4-FFF2-40B4-BE49-F238E27FC236}">
                  <a16:creationId xmlns:a16="http://schemas.microsoft.com/office/drawing/2014/main" id="{FEB7D3ED-CF02-C938-2FA1-39EE97AC2AA9}"/>
                </a:ext>
              </a:extLst>
            </p:cNvPr>
            <p:cNvSpPr/>
            <p:nvPr/>
          </p:nvSpPr>
          <p:spPr>
            <a:xfrm>
              <a:off x="225180" y="4246822"/>
              <a:ext cx="14668990" cy="1394223"/>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r>
                <a:rPr lang="es-ES" dirty="0">
                  <a:solidFill>
                    <a:schemeClr val="tx1"/>
                  </a:solidFill>
                </a:rPr>
                <a:t>En este estudio se analizan 37 genes en la población Los Simpson con la finalidad de generar un modelo capaz de predecir la categoría del IMC en función de la expresión génica. Para ello se realiza un análisis de los componentes principales y un análisis descriptivo estadístico para construir el modelo predictivo</a:t>
              </a:r>
              <a:endParaRPr lang="es-ES" b="1" dirty="0">
                <a:solidFill>
                  <a:schemeClr val="tx1"/>
                </a:solidFill>
              </a:endParaRPr>
            </a:p>
          </p:txBody>
        </p:sp>
        <p:sp>
          <p:nvSpPr>
            <p:cNvPr id="7" name="Rectángulo redondeado 6">
              <a:extLst>
                <a:ext uri="{FF2B5EF4-FFF2-40B4-BE49-F238E27FC236}">
                  <a16:creationId xmlns:a16="http://schemas.microsoft.com/office/drawing/2014/main" id="{3945C9BD-E878-C904-BB12-F0BA2D1763CA}"/>
                </a:ext>
              </a:extLst>
            </p:cNvPr>
            <p:cNvSpPr/>
            <p:nvPr/>
          </p:nvSpPr>
          <p:spPr>
            <a:xfrm>
              <a:off x="518258" y="393029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a:t>INTRODUCCIÓN</a:t>
              </a:r>
              <a:endParaRPr lang="es-ES_tradnl" sz="2800" b="1" dirty="0"/>
            </a:p>
          </p:txBody>
        </p:sp>
      </p:grpSp>
      <p:grpSp>
        <p:nvGrpSpPr>
          <p:cNvPr id="6" name="Grupo 5">
            <a:extLst>
              <a:ext uri="{FF2B5EF4-FFF2-40B4-BE49-F238E27FC236}">
                <a16:creationId xmlns:a16="http://schemas.microsoft.com/office/drawing/2014/main" id="{7B23F5A3-8FA4-BB38-32D0-0ECAD0F925F2}"/>
              </a:ext>
            </a:extLst>
          </p:cNvPr>
          <p:cNvGrpSpPr/>
          <p:nvPr/>
        </p:nvGrpSpPr>
        <p:grpSpPr>
          <a:xfrm>
            <a:off x="207596" y="5235817"/>
            <a:ext cx="14668990" cy="1992925"/>
            <a:chOff x="207596" y="6110487"/>
            <a:chExt cx="14668990" cy="1992925"/>
          </a:xfrm>
        </p:grpSpPr>
        <p:sp>
          <p:nvSpPr>
            <p:cNvPr id="14" name="Rectángulo redondeado 13">
              <a:extLst>
                <a:ext uri="{FF2B5EF4-FFF2-40B4-BE49-F238E27FC236}">
                  <a16:creationId xmlns:a16="http://schemas.microsoft.com/office/drawing/2014/main" id="{CB14F1FF-25D2-FA75-CD9F-A24420348853}"/>
                </a:ext>
              </a:extLst>
            </p:cNvPr>
            <p:cNvSpPr/>
            <p:nvPr/>
          </p:nvSpPr>
          <p:spPr>
            <a:xfrm>
              <a:off x="207596" y="6427010"/>
              <a:ext cx="14668990" cy="1676402"/>
            </a:xfrm>
            <a:prstGeom prst="roundRect">
              <a:avLst>
                <a:gd name="adj" fmla="val 9702"/>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15" name="Rectángulo redondeado 14">
              <a:extLst>
                <a:ext uri="{FF2B5EF4-FFF2-40B4-BE49-F238E27FC236}">
                  <a16:creationId xmlns:a16="http://schemas.microsoft.com/office/drawing/2014/main" id="{F33D0645-E9FA-A931-364E-3210E3E69D6A}"/>
                </a:ext>
              </a:extLst>
            </p:cNvPr>
            <p:cNvSpPr/>
            <p:nvPr/>
          </p:nvSpPr>
          <p:spPr>
            <a:xfrm>
              <a:off x="500674" y="6110487"/>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METODOLOGÍA</a:t>
              </a:r>
            </a:p>
          </p:txBody>
        </p:sp>
      </p:grpSp>
      <p:grpSp>
        <p:nvGrpSpPr>
          <p:cNvPr id="10" name="Grupo 9">
            <a:extLst>
              <a:ext uri="{FF2B5EF4-FFF2-40B4-BE49-F238E27FC236}">
                <a16:creationId xmlns:a16="http://schemas.microsoft.com/office/drawing/2014/main" id="{20BD9571-E0A9-AB44-7B64-0F522BA4288F}"/>
              </a:ext>
            </a:extLst>
          </p:cNvPr>
          <p:cNvGrpSpPr/>
          <p:nvPr/>
        </p:nvGrpSpPr>
        <p:grpSpPr>
          <a:xfrm>
            <a:off x="225181" y="17303689"/>
            <a:ext cx="9095800" cy="3844742"/>
            <a:chOff x="225181" y="17303689"/>
            <a:chExt cx="9095800" cy="3844742"/>
          </a:xfrm>
        </p:grpSpPr>
        <p:sp>
          <p:nvSpPr>
            <p:cNvPr id="22" name="Rectángulo redondeado 21">
              <a:extLst>
                <a:ext uri="{FF2B5EF4-FFF2-40B4-BE49-F238E27FC236}">
                  <a16:creationId xmlns:a16="http://schemas.microsoft.com/office/drawing/2014/main" id="{381B9892-98E6-4609-C6F1-567DBF51A163}"/>
                </a:ext>
              </a:extLst>
            </p:cNvPr>
            <p:cNvSpPr/>
            <p:nvPr/>
          </p:nvSpPr>
          <p:spPr>
            <a:xfrm>
              <a:off x="225181" y="17620211"/>
              <a:ext cx="9095800"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23" name="Rectángulo redondeado 22">
              <a:extLst>
                <a:ext uri="{FF2B5EF4-FFF2-40B4-BE49-F238E27FC236}">
                  <a16:creationId xmlns:a16="http://schemas.microsoft.com/office/drawing/2014/main" id="{A2D4C693-7BBD-E0C1-588A-41A91139D35B}"/>
                </a:ext>
              </a:extLst>
            </p:cNvPr>
            <p:cNvSpPr/>
            <p:nvPr/>
          </p:nvSpPr>
          <p:spPr>
            <a:xfrm>
              <a:off x="518258"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DISCUSIÓN</a:t>
              </a:r>
            </a:p>
          </p:txBody>
        </p:sp>
      </p:grpSp>
      <p:grpSp>
        <p:nvGrpSpPr>
          <p:cNvPr id="11" name="Grupo 10">
            <a:extLst>
              <a:ext uri="{FF2B5EF4-FFF2-40B4-BE49-F238E27FC236}">
                <a16:creationId xmlns:a16="http://schemas.microsoft.com/office/drawing/2014/main" id="{623B4F90-B675-90D5-3A62-801C71241135}"/>
              </a:ext>
            </a:extLst>
          </p:cNvPr>
          <p:cNvGrpSpPr/>
          <p:nvPr/>
        </p:nvGrpSpPr>
        <p:grpSpPr>
          <a:xfrm>
            <a:off x="9527458" y="17303689"/>
            <a:ext cx="5366712" cy="3844742"/>
            <a:chOff x="7784856" y="17303689"/>
            <a:chExt cx="7109314" cy="3844742"/>
          </a:xfrm>
        </p:grpSpPr>
        <p:sp>
          <p:nvSpPr>
            <p:cNvPr id="24" name="Rectángulo redondeado 23">
              <a:extLst>
                <a:ext uri="{FF2B5EF4-FFF2-40B4-BE49-F238E27FC236}">
                  <a16:creationId xmlns:a16="http://schemas.microsoft.com/office/drawing/2014/main" id="{C0FDA565-7231-A04B-604B-CBBA360FA2A9}"/>
                </a:ext>
              </a:extLst>
            </p:cNvPr>
            <p:cNvSpPr/>
            <p:nvPr/>
          </p:nvSpPr>
          <p:spPr>
            <a:xfrm>
              <a:off x="7784856" y="17620211"/>
              <a:ext cx="7109314" cy="3528220"/>
            </a:xfrm>
            <a:prstGeom prst="roundRect">
              <a:avLst>
                <a:gd name="adj" fmla="val 9702"/>
              </a:avLst>
            </a:prstGeom>
            <a:solidFill>
              <a:schemeClr val="bg1"/>
            </a:solidFill>
            <a:ln>
              <a:solidFill>
                <a:schemeClr val="bg2">
                  <a:lumMod val="90000"/>
                </a:schemeClr>
              </a:solidFill>
            </a:ln>
          </p:spPr>
          <p:style>
            <a:lnRef idx="2">
              <a:schemeClr val="accent1">
                <a:shade val="15000"/>
              </a:schemeClr>
            </a:lnRef>
            <a:fillRef idx="1">
              <a:schemeClr val="accent1"/>
            </a:fillRef>
            <a:effectRef idx="0">
              <a:schemeClr val="accent1"/>
            </a:effectRef>
            <a:fontRef idx="minor">
              <a:schemeClr val="lt1"/>
            </a:fontRef>
          </p:style>
          <p:txBody>
            <a:bodyPr tIns="360000" rtlCol="0" anchor="t"/>
            <a:lstStyle/>
            <a:p>
              <a:pPr algn="just">
                <a:lnSpc>
                  <a:spcPct val="80000"/>
                </a:lnSpc>
              </a:pPr>
              <a:endParaRPr lang="es-ES_tradnl" sz="2400" i="1" dirty="0">
                <a:solidFill>
                  <a:schemeClr val="tx1"/>
                </a:solidFill>
              </a:endParaRPr>
            </a:p>
          </p:txBody>
        </p:sp>
        <p:sp>
          <p:nvSpPr>
            <p:cNvPr id="25" name="Rectángulo redondeado 24">
              <a:extLst>
                <a:ext uri="{FF2B5EF4-FFF2-40B4-BE49-F238E27FC236}">
                  <a16:creationId xmlns:a16="http://schemas.microsoft.com/office/drawing/2014/main" id="{0097D6A2-C865-70C9-C895-A45D8FA392DF}"/>
                </a:ext>
              </a:extLst>
            </p:cNvPr>
            <p:cNvSpPr/>
            <p:nvPr/>
          </p:nvSpPr>
          <p:spPr>
            <a:xfrm>
              <a:off x="8077933" y="17303689"/>
              <a:ext cx="5838092" cy="633046"/>
            </a:xfrm>
            <a:prstGeom prst="roundRect">
              <a:avLst/>
            </a:prstGeom>
            <a:gradFill>
              <a:gsLst>
                <a:gs pos="100000">
                  <a:srgbClr val="4196C9"/>
                </a:gs>
                <a:gs pos="0">
                  <a:srgbClr val="59C2E3"/>
                </a:gs>
              </a:gsLst>
              <a:lin ang="2700000" scaled="1"/>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ES_tradnl" sz="2800" b="1" dirty="0"/>
                <a:t>CONCLUSIONES</a:t>
              </a:r>
            </a:p>
          </p:txBody>
        </p:sp>
      </p:grpSp>
      <p:pic>
        <p:nvPicPr>
          <p:cNvPr id="1028" name="Picture 4">
            <a:extLst>
              <a:ext uri="{FF2B5EF4-FFF2-40B4-BE49-F238E27FC236}">
                <a16:creationId xmlns:a16="http://schemas.microsoft.com/office/drawing/2014/main" id="{70274CC9-2241-1244-4118-364EC63C34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50767" y="-95516"/>
            <a:ext cx="2325820" cy="1400890"/>
          </a:xfrm>
          <a:prstGeom prst="rect">
            <a:avLst/>
          </a:prstGeom>
          <a:noFill/>
          <a:extLst>
            <a:ext uri="{909E8E84-426E-40DD-AFC4-6F175D3DCCD1}">
              <a14:hiddenFill xmlns:a14="http://schemas.microsoft.com/office/drawing/2010/main">
                <a:solidFill>
                  <a:srgbClr val="FFFFFF"/>
                </a:solidFill>
              </a14:hiddenFill>
            </a:ext>
          </a:extLst>
        </p:spPr>
      </p:pic>
      <p:grpSp>
        <p:nvGrpSpPr>
          <p:cNvPr id="18" name="Grupo 17">
            <a:extLst>
              <a:ext uri="{FF2B5EF4-FFF2-40B4-BE49-F238E27FC236}">
                <a16:creationId xmlns:a16="http://schemas.microsoft.com/office/drawing/2014/main" id="{8F6A5FD5-7463-A593-72C7-F0E4EB285025}"/>
              </a:ext>
            </a:extLst>
          </p:cNvPr>
          <p:cNvGrpSpPr>
            <a:grpSpLocks noChangeAspect="1"/>
          </p:cNvGrpSpPr>
          <p:nvPr/>
        </p:nvGrpSpPr>
        <p:grpSpPr>
          <a:xfrm>
            <a:off x="0" y="-5895"/>
            <a:ext cx="3397496" cy="2303046"/>
            <a:chOff x="0" y="-5895"/>
            <a:chExt cx="4834200" cy="3276938"/>
          </a:xfrm>
        </p:grpSpPr>
        <p:pic>
          <p:nvPicPr>
            <p:cNvPr id="5" name="Imagen 4">
              <a:extLst>
                <a:ext uri="{FF2B5EF4-FFF2-40B4-BE49-F238E27FC236}">
                  <a16:creationId xmlns:a16="http://schemas.microsoft.com/office/drawing/2014/main" id="{DE58BDFA-8AF2-7019-7FBC-D37E50AE445C}"/>
                </a:ext>
              </a:extLst>
            </p:cNvPr>
            <p:cNvPicPr>
              <a:picLocks noChangeAspect="1"/>
            </p:cNvPicPr>
            <p:nvPr/>
          </p:nvPicPr>
          <p:blipFill>
            <a:blip r:embed="rId3"/>
            <a:stretch>
              <a:fillRect/>
            </a:stretch>
          </p:blipFill>
          <p:spPr>
            <a:xfrm>
              <a:off x="0" y="-5895"/>
              <a:ext cx="4834200" cy="3276938"/>
            </a:xfrm>
            <a:prstGeom prst="rect">
              <a:avLst/>
            </a:prstGeom>
          </p:spPr>
        </p:pic>
        <p:sp>
          <p:nvSpPr>
            <p:cNvPr id="2" name="Rectángulo 1">
              <a:extLst>
                <a:ext uri="{FF2B5EF4-FFF2-40B4-BE49-F238E27FC236}">
                  <a16:creationId xmlns:a16="http://schemas.microsoft.com/office/drawing/2014/main" id="{AE74DE59-F695-8E93-09D0-A92C58D17992}"/>
                </a:ext>
              </a:extLst>
            </p:cNvPr>
            <p:cNvSpPr/>
            <p:nvPr/>
          </p:nvSpPr>
          <p:spPr>
            <a:xfrm>
              <a:off x="964642" y="1549130"/>
              <a:ext cx="2257529" cy="671556"/>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_tradnl"/>
            </a:p>
          </p:txBody>
        </p:sp>
      </p:grpSp>
      <p:sp>
        <p:nvSpPr>
          <p:cNvPr id="3" name="Rectángulo redondeado 2">
            <a:extLst>
              <a:ext uri="{FF2B5EF4-FFF2-40B4-BE49-F238E27FC236}">
                <a16:creationId xmlns:a16="http://schemas.microsoft.com/office/drawing/2014/main" id="{A8921268-A726-C96C-B743-206883618C91}"/>
              </a:ext>
            </a:extLst>
          </p:cNvPr>
          <p:cNvSpPr/>
          <p:nvPr/>
        </p:nvSpPr>
        <p:spPr>
          <a:xfrm>
            <a:off x="677955" y="1320342"/>
            <a:ext cx="13763441" cy="1981203"/>
          </a:xfrm>
          <a:prstGeom prst="roundRect">
            <a:avLst>
              <a:gd name="adj" fmla="val 9702"/>
            </a:avLst>
          </a:prstGeom>
          <a:solidFill>
            <a:srgbClr val="4196C9"/>
          </a:solidFill>
          <a:ln>
            <a:noFill/>
          </a:ln>
        </p:spPr>
        <p:style>
          <a:lnRef idx="2">
            <a:schemeClr val="accent1">
              <a:shade val="15000"/>
            </a:schemeClr>
          </a:lnRef>
          <a:fillRef idx="1">
            <a:schemeClr val="accent1"/>
          </a:fillRef>
          <a:effectRef idx="0">
            <a:schemeClr val="accent1"/>
          </a:effectRef>
          <a:fontRef idx="minor">
            <a:schemeClr val="lt1"/>
          </a:fontRef>
        </p:style>
        <p:txBody>
          <a:bodyPr lIns="90000" tIns="46800" rtlCol="0" anchor="ctr"/>
          <a:lstStyle/>
          <a:p>
            <a:pPr algn="ctr"/>
            <a:r>
              <a:rPr lang="es-ES" sz="4000" b="1" dirty="0">
                <a:solidFill>
                  <a:schemeClr val="bg1"/>
                </a:solidFill>
              </a:rPr>
              <a:t>Análisis de bioestadística aplicada a la expresión génica en Los Simpson</a:t>
            </a:r>
          </a:p>
          <a:p>
            <a:pPr algn="ctr"/>
            <a:r>
              <a:rPr lang="es-ES_tradnl" sz="2800" b="1" i="1" dirty="0">
                <a:solidFill>
                  <a:schemeClr val="bg1"/>
                </a:solidFill>
              </a:rPr>
              <a:t>Estadística y R para Ciencias de la Salud</a:t>
            </a:r>
            <a:endParaRPr lang="es-ES_tradnl" sz="3600" b="1" i="1" dirty="0">
              <a:solidFill>
                <a:schemeClr val="bg1"/>
              </a:solidFill>
            </a:endParaRPr>
          </a:p>
        </p:txBody>
      </p:sp>
      <p:sp>
        <p:nvSpPr>
          <p:cNvPr id="1036" name="Rectángulo redondeado 1035">
            <a:extLst>
              <a:ext uri="{FF2B5EF4-FFF2-40B4-BE49-F238E27FC236}">
                <a16:creationId xmlns:a16="http://schemas.microsoft.com/office/drawing/2014/main" id="{AFAF9801-11D6-F874-E9A8-A3E0E4590764}"/>
              </a:ext>
            </a:extLst>
          </p:cNvPr>
          <p:cNvSpPr/>
          <p:nvPr/>
        </p:nvSpPr>
        <p:spPr>
          <a:xfrm>
            <a:off x="518258" y="8158328"/>
            <a:ext cx="13959752"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1. </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37" name="Rectángulo redondeado 1036">
            <a:extLst>
              <a:ext uri="{FF2B5EF4-FFF2-40B4-BE49-F238E27FC236}">
                <a16:creationId xmlns:a16="http://schemas.microsoft.com/office/drawing/2014/main" id="{60842445-E351-8E63-2B2D-F06DA2DB4243}"/>
              </a:ext>
            </a:extLst>
          </p:cNvPr>
          <p:cNvSpPr/>
          <p:nvPr/>
        </p:nvSpPr>
        <p:spPr>
          <a:xfrm>
            <a:off x="518258"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2. </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
        <p:nvSpPr>
          <p:cNvPr id="1038" name="Rectángulo redondeado 1037">
            <a:extLst>
              <a:ext uri="{FF2B5EF4-FFF2-40B4-BE49-F238E27FC236}">
                <a16:creationId xmlns:a16="http://schemas.microsoft.com/office/drawing/2014/main" id="{20F2FDA8-F2AE-8EC6-EFD0-E92D4FCAEDFB}"/>
              </a:ext>
            </a:extLst>
          </p:cNvPr>
          <p:cNvSpPr/>
          <p:nvPr/>
        </p:nvSpPr>
        <p:spPr>
          <a:xfrm>
            <a:off x="7697422" y="11923663"/>
            <a:ext cx="6692011" cy="633046"/>
          </a:xfrm>
          <a:prstGeom prst="round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l" defTabSz="457200" rtl="0" eaLnBrk="1" fontAlgn="auto" latinLnBrk="0" hangingPunct="1">
              <a:lnSpc>
                <a:spcPct val="80000"/>
              </a:lnSpc>
              <a:spcBef>
                <a:spcPts val="0"/>
              </a:spcBef>
              <a:spcAft>
                <a:spcPts val="0"/>
              </a:spcAft>
              <a:buClrTx/>
              <a:buSzTx/>
              <a:buFontTx/>
              <a:buNone/>
              <a:tabLst/>
              <a:defRPr/>
            </a:pPr>
            <a:r>
              <a:rPr kumimoji="0" lang="es-ES_tradnl" sz="1800" b="1" i="0" u="none" strike="noStrike" kern="1200" cap="none" spc="0" normalizeH="0" baseline="0" noProof="0" dirty="0">
                <a:ln>
                  <a:noFill/>
                </a:ln>
                <a:solidFill>
                  <a:srgbClr val="4196C9"/>
                </a:solidFill>
                <a:effectLst/>
                <a:uLnTx/>
                <a:uFillTx/>
                <a:latin typeface="Aptos" panose="02110004020202020204"/>
                <a:ea typeface="+mn-ea"/>
                <a:cs typeface="+mn-cs"/>
              </a:rPr>
              <a:t>Figura 3. </a:t>
            </a:r>
            <a:endParaRPr kumimoji="0" lang="es-ES_tradnl" sz="1800" b="0" i="0" u="none" strike="noStrike" kern="1200" cap="none" spc="0" normalizeH="0" baseline="0" noProof="0" dirty="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220350250"/>
      </p:ext>
    </p:extLst>
  </p:cSld>
  <p:clrMapOvr>
    <a:masterClrMapping/>
  </p:clrMapOvr>
</p:sld>
</file>

<file path=ppt/theme/theme1.xml><?xml version="1.0" encoding="utf-8"?>
<a:theme xmlns:a="http://schemas.openxmlformats.org/drawingml/2006/main" name="Tema de Office">
  <a:themeElements>
    <a:clrScheme name="Tema de 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Tema de 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Tema de 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DF3D7C797EA12745A270EF30E38719B9" ma:contentTypeVersion="20" ma:contentTypeDescription="Crear nuevo documento." ma:contentTypeScope="" ma:versionID="98b23ce13f8ef13134c980882a27b8cc">
  <xsd:schema xmlns:xsd="http://www.w3.org/2001/XMLSchema" xmlns:xs="http://www.w3.org/2001/XMLSchema" xmlns:p="http://schemas.microsoft.com/office/2006/metadata/properties" xmlns:ns2="0a70e875-3d35-4be2-921f-7117c31bab9b" xmlns:ns3="27c1adeb-3674-457c-b08c-8a73f31b6e23" targetNamespace="http://schemas.microsoft.com/office/2006/metadata/properties" ma:root="true" ma:fieldsID="83d50475b18a8f95f7f8edf1c6caa3f2" ns2:_="" ns3:_="">
    <xsd:import namespace="0a70e875-3d35-4be2-921f-7117c31bab9b"/>
    <xsd:import namespace="27c1adeb-3674-457c-b08c-8a73f31b6e23"/>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AutoTags" minOccurs="0"/>
                <xsd:element ref="ns3:MediaServiceOCR" minOccurs="0"/>
                <xsd:element ref="ns3:MediaServiceGenerationTime" minOccurs="0"/>
                <xsd:element ref="ns3:MediaServiceEventHashCode" minOccurs="0"/>
                <xsd:element ref="ns3:MediaServiceDateTaken" minOccurs="0"/>
                <xsd:element ref="ns3:MediaLengthInSeconds" minOccurs="0"/>
                <xsd:element ref="ns3:MediaServiceLocation" minOccurs="0"/>
                <xsd:element ref="ns3:lcf76f155ced4ddcb4097134ff3c332f" minOccurs="0"/>
                <xsd:element ref="ns2:TaxCatchAll" minOccurs="0"/>
                <xsd:element ref="ns3:MediaServiceSearchProperties" minOccurs="0"/>
                <xsd:element ref="ns3:_Flow_SignoffStatus" minOccurs="0"/>
                <xsd:element ref="ns3:MediaServiceObjectDetectorVersions" minOccurs="0"/>
                <xsd:element ref="ns3: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70e875-3d35-4be2-921f-7117c31bab9b" elementFormDefault="qualified">
    <xsd:import namespace="http://schemas.microsoft.com/office/2006/documentManagement/types"/>
    <xsd:import namespace="http://schemas.microsoft.com/office/infopath/2007/PartnerControls"/>
    <xsd:element name="SharedWithUsers" ma:index="8" nillable="true" ma:displayName="Compartido con"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les de uso compartido" ma:internalName="SharedWithDetails" ma:readOnly="true">
      <xsd:simpleType>
        <xsd:restriction base="dms:Note">
          <xsd:maxLength value="255"/>
        </xsd:restriction>
      </xsd:simpleType>
    </xsd:element>
    <xsd:element name="TaxCatchAll" ma:index="23" nillable="true" ma:displayName="Taxonomy Catch All Column" ma:hidden="true" ma:list="{c7f67346-78c9-4c4d-b954-8d350fdf60db}" ma:internalName="TaxCatchAll" ma:showField="CatchAllData" ma:web="0a70e875-3d35-4be2-921f-7117c31bab9b">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27c1adeb-3674-457c-b08c-8a73f31b6e23"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Length (seconds)" ma:internalName="MediaLengthInSeconds" ma:readOnly="true">
      <xsd:simpleType>
        <xsd:restriction base="dms:Unknown"/>
      </xsd:simpleType>
    </xsd:element>
    <xsd:element name="MediaServiceLocation" ma:index="20" nillable="true" ma:displayName="Location" ma:internalName="MediaServiceLocation" ma:readOnly="true">
      <xsd:simpleType>
        <xsd:restriction base="dms:Text"/>
      </xsd:simpleType>
    </xsd:element>
    <xsd:element name="lcf76f155ced4ddcb4097134ff3c332f" ma:index="22" nillable="true" ma:taxonomy="true" ma:internalName="lcf76f155ced4ddcb4097134ff3c332f" ma:taxonomyFieldName="MediaServiceImageTags" ma:displayName="Etiquetas de imagen" ma:readOnly="false" ma:fieldId="{5cf76f15-5ced-4ddc-b409-7134ff3c332f}" ma:taxonomyMulti="true" ma:sspId="17631b59-e624-4eb7-963c-219f14f887a3" ma:termSetId="09814cd3-568e-fe90-9814-8d621ff8fb84" ma:anchorId="fba54fb3-c3e1-fe81-a776-ca4b69148c4d" ma:open="true" ma:isKeyword="false">
      <xsd:complexType>
        <xsd:sequence>
          <xsd:element ref="pc:Terms" minOccurs="0" maxOccurs="1"/>
        </xsd:sequence>
      </xsd:complexType>
    </xsd:element>
    <xsd:element name="MediaServiceSearchProperties" ma:index="24" nillable="true" ma:displayName="MediaServiceSearchProperties" ma:hidden="true" ma:internalName="MediaServiceSearchProperties" ma:readOnly="true">
      <xsd:simpleType>
        <xsd:restriction base="dms:Note"/>
      </xsd:simpleType>
    </xsd:element>
    <xsd:element name="_Flow_SignoffStatus" ma:index="25" nillable="true" ma:displayName="Estado de aprobación" ma:internalName="Estado_x0020_de_x0020_aprobaci_x00f3_n">
      <xsd:simpleType>
        <xsd:restriction base="dms:Text"/>
      </xsd:simpleType>
    </xsd:element>
    <xsd:element name="MediaServiceObjectDetectorVersions" ma:index="26"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ni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Flow_SignoffStatus xmlns="27c1adeb-3674-457c-b08c-8a73f31b6e23" xsi:nil="true"/>
    <lcf76f155ced4ddcb4097134ff3c332f xmlns="27c1adeb-3674-457c-b08c-8a73f31b6e23">
      <Terms xmlns="http://schemas.microsoft.com/office/infopath/2007/PartnerControls"/>
    </lcf76f155ced4ddcb4097134ff3c332f>
    <TaxCatchAll xmlns="0a70e875-3d35-4be2-921f-7117c31bab9b"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6214829-4D9F-4687-8E37-8FF1875CABAF}">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0a70e875-3d35-4be2-921f-7117c31bab9b"/>
    <ds:schemaRef ds:uri="27c1adeb-3674-457c-b08c-8a73f31b6e23"/>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5CBD36D8-5209-415C-A4C4-4F318B167F44}">
  <ds:schemaRefs>
    <ds:schemaRef ds:uri="http://schemas.microsoft.com/office/2006/metadata/properties"/>
    <ds:schemaRef ds:uri="http://schemas.microsoft.com/office/infopath/2007/PartnerControls"/>
    <ds:schemaRef ds:uri="27c1adeb-3674-457c-b08c-8a73f31b6e23"/>
    <ds:schemaRef ds:uri="0a70e875-3d35-4be2-921f-7117c31bab9b"/>
  </ds:schemaRefs>
</ds:datastoreItem>
</file>

<file path=customXml/itemProps3.xml><?xml version="1.0" encoding="utf-8"?>
<ds:datastoreItem xmlns:ds="http://schemas.openxmlformats.org/officeDocument/2006/customXml" ds:itemID="{15B638B7-22B7-4D35-BE84-714C8C34C119}">
  <ds:schemaRefs>
    <ds:schemaRef ds:uri="http://schemas.microsoft.com/sharepoint/v3/contenttype/forms"/>
  </ds:schemaRefs>
</ds:datastoreItem>
</file>

<file path=docMetadata/LabelInfo.xml><?xml version="1.0" encoding="utf-8"?>
<clbl:labelList xmlns:clbl="http://schemas.microsoft.com/office/2020/mipLabelMetadata">
  <clbl:label id="{0361ecad-3f61-4749-aa5c-87fde47ef9ad}" enabled="1" method="Privileged" siteId="{22c8b4a4-d926-43b2-bcc7-87b998590b47}" removed="0"/>
</clbl:labelList>
</file>

<file path=docProps/app.xml><?xml version="1.0" encoding="utf-8"?>
<Properties xmlns="http://schemas.openxmlformats.org/officeDocument/2006/extended-properties" xmlns:vt="http://schemas.openxmlformats.org/officeDocument/2006/docPropsVTypes">
  <Template>Office Theme</Template>
  <TotalTime>1639</TotalTime>
  <Words>86</Words>
  <Application>Microsoft Office PowerPoint</Application>
  <PresentationFormat>Personalizado</PresentationFormat>
  <Paragraphs>11</Paragraphs>
  <Slides>1</Slides>
  <Notes>0</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1</vt:i4>
      </vt:variant>
    </vt:vector>
  </HeadingPairs>
  <TitlesOfParts>
    <vt:vector size="5" baseType="lpstr">
      <vt:lpstr>Aptos</vt:lpstr>
      <vt:lpstr>Aptos Display</vt:lpstr>
      <vt:lpstr>Arial</vt:lpstr>
      <vt:lpstr>Tema de Office</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Victor  de la O Pascual</dc:creator>
  <cp:lastModifiedBy>HERAS HERMOSILLA, VANESA DE LAS</cp:lastModifiedBy>
  <cp:revision>290</cp:revision>
  <dcterms:created xsi:type="dcterms:W3CDTF">2025-04-21T10:03:24Z</dcterms:created>
  <dcterms:modified xsi:type="dcterms:W3CDTF">2026-01-19T11:59:47Z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0x010100DF3D7C797EA12745A270EF30E38719B9</vt:lpwstr>
  </property>
  <property fmtid="{D5CDD505-2E9C-101B-9397-08002B2CF9AE}" pid="3" name="MediaServiceImageTags">
    <vt:lpwstr/>
  </property>
</Properties>
</file>